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c505e9938452c" /><Relationship Type="http://schemas.openxmlformats.org/officeDocument/2006/relationships/extended-properties" Target="/docProps/app.xml" Id="R33b34624cf99483e" /><Relationship Type="http://schemas.openxmlformats.org/officeDocument/2006/relationships/officeDocument" Target="/ppt/presentation.xml" Id="R31e4a081cd1847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a4209f4f544d09"/>
  </p:sldMasterIdLst>
  <p:notesMasterIdLst>
    <p:notesMasterId xmlns:r="http://schemas.openxmlformats.org/officeDocument/2006/relationships" r:id="R3f9c527d84194a66"/>
  </p:notesMasterIdLst>
  <p:sldIdLst>
    <p:sldId xmlns:r="http://schemas.openxmlformats.org/officeDocument/2006/relationships" id="256" r:id="R2b096060293b44ab"/>
    <p:sldId xmlns:r="http://schemas.openxmlformats.org/officeDocument/2006/relationships" id="257" r:id="Rb524ae9a4dbe4729"/>
    <p:sldId xmlns:r="http://schemas.openxmlformats.org/officeDocument/2006/relationships" id="258" r:id="Re4ca580b71124256"/>
    <p:sldId xmlns:r="http://schemas.openxmlformats.org/officeDocument/2006/relationships" id="259" r:id="Rb9a43d7862b0448b"/>
    <p:sldId xmlns:r="http://schemas.openxmlformats.org/officeDocument/2006/relationships" id="260" r:id="R07f4b8183b7347bd"/>
    <p:sldId xmlns:r="http://schemas.openxmlformats.org/officeDocument/2006/relationships" id="261" r:id="R63c76c0eed674523"/>
    <p:sldId xmlns:r="http://schemas.openxmlformats.org/officeDocument/2006/relationships" id="262" r:id="R9231f08b56ed4e5b"/>
    <p:sldId xmlns:r="http://schemas.openxmlformats.org/officeDocument/2006/relationships" id="263" r:id="Rd96459d3d9a14442"/>
    <p:sldId xmlns:r="http://schemas.openxmlformats.org/officeDocument/2006/relationships" id="264" r:id="Rb5ce14f624c54fbb"/>
    <p:sldId xmlns:r="http://schemas.openxmlformats.org/officeDocument/2006/relationships" id="265" r:id="Rf6ff782f9505417c"/>
    <p:sldId xmlns:r="http://schemas.openxmlformats.org/officeDocument/2006/relationships" id="266" r:id="R04a19af0884e4a87"/>
    <p:sldId xmlns:r="http://schemas.openxmlformats.org/officeDocument/2006/relationships" id="267" r:id="R432fb3eaf07042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4209f4f544d09" /><Relationship Type="http://schemas.openxmlformats.org/officeDocument/2006/relationships/theme" Target="/ppt/theme/theme1.xml" Id="R4423398694d9448b" /><Relationship Type="http://schemas.openxmlformats.org/officeDocument/2006/relationships/notesMaster" Target="/ppt/notesMasters/notesMaster1.xml" Id="R3f9c527d84194a66" /><Relationship Type="http://schemas.openxmlformats.org/officeDocument/2006/relationships/presProps" Target="/ppt/presProps.xml" Id="R24598786198c4f2f" /><Relationship Type="http://schemas.openxmlformats.org/officeDocument/2006/relationships/viewProps" Target="/ppt/viewProps.xml" Id="Re7fe92589b13427e" /><Relationship Type="http://schemas.openxmlformats.org/officeDocument/2006/relationships/tableStyles" Target="/ppt/tableStyles.xml" Id="R3b40ec7d87a34571" /><Relationship Type="http://schemas.openxmlformats.org/officeDocument/2006/relationships/slide" Target="/ppt/slides/slide1.xml" Id="R2b096060293b44ab" /><Relationship Type="http://schemas.openxmlformats.org/officeDocument/2006/relationships/slide" Target="/ppt/slides/slide2.xml" Id="Rb524ae9a4dbe4729" /><Relationship Type="http://schemas.openxmlformats.org/officeDocument/2006/relationships/slide" Target="/ppt/slides/slide3.xml" Id="Re4ca580b71124256" /><Relationship Type="http://schemas.openxmlformats.org/officeDocument/2006/relationships/slide" Target="/ppt/slides/slide4.xml" Id="Rb9a43d7862b0448b" /><Relationship Type="http://schemas.openxmlformats.org/officeDocument/2006/relationships/slide" Target="/ppt/slides/slide5.xml" Id="R07f4b8183b7347bd" /><Relationship Type="http://schemas.openxmlformats.org/officeDocument/2006/relationships/slide" Target="/ppt/slides/slide6.xml" Id="R63c76c0eed674523" /><Relationship Type="http://schemas.openxmlformats.org/officeDocument/2006/relationships/slide" Target="/ppt/slides/slide7.xml" Id="R9231f08b56ed4e5b" /><Relationship Type="http://schemas.openxmlformats.org/officeDocument/2006/relationships/slide" Target="/ppt/slides/slide8.xml" Id="Rd96459d3d9a14442" /><Relationship Type="http://schemas.openxmlformats.org/officeDocument/2006/relationships/slide" Target="/ppt/slides/slide9.xml" Id="Rb5ce14f624c54fbb" /><Relationship Type="http://schemas.openxmlformats.org/officeDocument/2006/relationships/slide" Target="/ppt/slides/slide10.xml" Id="Rf6ff782f9505417c" /><Relationship Type="http://schemas.openxmlformats.org/officeDocument/2006/relationships/slide" Target="/ppt/slides/slide11.xml" Id="R04a19af0884e4a87" /><Relationship Type="http://schemas.openxmlformats.org/officeDocument/2006/relationships/slide" Target="/ppt/slides/slide12.xml" Id="R432fb3eaf07042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67cf65b099b42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6749ff8b964f1d" /><Relationship Type="http://schemas.openxmlformats.org/officeDocument/2006/relationships/notesMaster" Target="/ppt/notesMasters/notesMaster1.xml" Id="R5c67b1a7d11a4d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79ea57ad42493d" /><Relationship Type="http://schemas.openxmlformats.org/officeDocument/2006/relationships/notesMaster" Target="/ppt/notesMasters/notesMaster1.xml" Id="R6d65d829a6ce44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f833f38c2b48a1" /><Relationship Type="http://schemas.openxmlformats.org/officeDocument/2006/relationships/notesMaster" Target="/ppt/notesMasters/notesMaster1.xml" Id="R4a550155d93c40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c14884c35f4a88" /><Relationship Type="http://schemas.openxmlformats.org/officeDocument/2006/relationships/notesMaster" Target="/ppt/notesMasters/notesMaster1.xml" Id="Rc4d2ac2fa3d14f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ee6c928c64855" /><Relationship Type="http://schemas.openxmlformats.org/officeDocument/2006/relationships/notesMaster" Target="/ppt/notesMasters/notesMaster1.xml" Id="R537ed5cb424842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4e763ee2a4d7d" /><Relationship Type="http://schemas.openxmlformats.org/officeDocument/2006/relationships/notesMaster" Target="/ppt/notesMasters/notesMaster1.xml" Id="R7efc5d108aa843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e5963f59434147" /><Relationship Type="http://schemas.openxmlformats.org/officeDocument/2006/relationships/notesMaster" Target="/ppt/notesMasters/notesMaster1.xml" Id="Ra1f06641c6dc45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9aa6a774ed4433" /><Relationship Type="http://schemas.openxmlformats.org/officeDocument/2006/relationships/notesMaster" Target="/ppt/notesMasters/notesMaster1.xml" Id="R7cfef395195d40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3e6b4c29c24a55" /><Relationship Type="http://schemas.openxmlformats.org/officeDocument/2006/relationships/notesMaster" Target="/ppt/notesMasters/notesMaster1.xml" Id="R30bdbed3eb1145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b3c3c87284fb0" /><Relationship Type="http://schemas.openxmlformats.org/officeDocument/2006/relationships/notesMaster" Target="/ppt/notesMasters/notesMaster1.xml" Id="R02093dd2fd3c4e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46f240f970442c" /><Relationship Type="http://schemas.openxmlformats.org/officeDocument/2006/relationships/notesMaster" Target="/ppt/notesMasters/notesMaster1.xml" Id="R5505eaa7383748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8c9924ab604ae4" /><Relationship Type="http://schemas.openxmlformats.org/officeDocument/2006/relationships/notesMaster" Target="/ppt/notesMasters/notesMaster1.xml" Id="Rfa298839fb7441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f0798559a476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1f957d9467d46d3" /><Relationship Type="http://schemas.openxmlformats.org/officeDocument/2006/relationships/slideLayout" Target="/ppt/slideLayouts/slideLayout2.xml" Id="Rc71e0d13581e4f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1e0d13581e4f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ba1d22963b410b" /><Relationship Type="http://schemas.openxmlformats.org/officeDocument/2006/relationships/image" Target="/ppt/media/image.png" Id="Ra17e870beed244a1" /><Relationship Type="http://schemas.openxmlformats.org/officeDocument/2006/relationships/notesSlide" Target="/ppt/notesSlides/notesSlide1.xml" Id="R61456d29579d48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ad800e4fd54c6d" /><Relationship Type="http://schemas.openxmlformats.org/officeDocument/2006/relationships/notesSlide" Target="/ppt/notesSlides/notesSlide2.xml" Id="Reb75c9ec842746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c008bd4c7649ea" /><Relationship Type="http://schemas.openxmlformats.org/officeDocument/2006/relationships/notesSlide" Target="/ppt/notesSlides/notesSlide3.xml" Id="Raa89ce3ce1eb44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8ad0b1521046a3" /><Relationship Type="http://schemas.openxmlformats.org/officeDocument/2006/relationships/notesSlide" Target="/ppt/notesSlides/notesSlide4.xml" Id="R6abf367448794d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28dc31034a4895" /><Relationship Type="http://schemas.openxmlformats.org/officeDocument/2006/relationships/notesSlide" Target="/ppt/notesSlides/notesSlide5.xml" Id="R5ffa4674c3e046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f9950c82c94534" /><Relationship Type="http://schemas.openxmlformats.org/officeDocument/2006/relationships/notesSlide" Target="/ppt/notesSlides/notesSlide6.xml" Id="Re9d1282297e140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1b7b35fc14127" /><Relationship Type="http://schemas.openxmlformats.org/officeDocument/2006/relationships/notesSlide" Target="/ppt/notesSlides/notesSlide7.xml" Id="R3059bf4fff574d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bf0f6a0724a6f" /><Relationship Type="http://schemas.openxmlformats.org/officeDocument/2006/relationships/notesSlide" Target="/ppt/notesSlides/notesSlide8.xml" Id="R0f465b9cfa844d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db54e46b64600" /><Relationship Type="http://schemas.openxmlformats.org/officeDocument/2006/relationships/notesSlide" Target="/ppt/notesSlides/notesSlide9.xml" Id="Rddff0c1ff28e4f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ee6079939e40b9" /><Relationship Type="http://schemas.openxmlformats.org/officeDocument/2006/relationships/notesSlide" Target="/ppt/notesSlides/notesSlide10.xml" Id="Rc88bae891c194b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a2be7efe04180" /><Relationship Type="http://schemas.openxmlformats.org/officeDocument/2006/relationships/notesSlide" Target="/ppt/notesSlides/notesSlide11.xml" Id="Re81bc4f995e246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8388742084bff" /><Relationship Type="http://schemas.openxmlformats.org/officeDocument/2006/relationships/notesSlide" Target="/ppt/notesSlides/notesSlide12.xml" Id="Rf8f0d1900a704b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B003B-AF6E-4BF6-818B-84C73A5E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e870beed244a1"/>
          <a:srcRect xmlns:a="http://schemas.openxmlformats.org/drawingml/2006/main" l="30068" t="0" r="30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BEB22-CA06-4F88-9B86-5E6642D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0BAC7-ED6C-4D51-BAAF-69D59F57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B0354-EB0E-43C9-BE83-876D7C1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C86"/>
                </a:solidFill>
                <a:latin typeface="Aptos"/>
                <a:ea typeface="Aptos"/>
                <a:cs typeface="Aptos"/>
              </a:rPr>
              <a:t>FINAL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5EF04-B177-43C6-80A7-AF3F23C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K-Privacy 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00D20-9FEE-4A5F-9FCA-0CA1820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개인정보 필터 최종 구현과 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A975A-0351-4418-9A91-9D64886D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OPF의 범용 탐지력에 한국형 Privacy Rule Pack과 문맥 기반 오탐 억제를 결합해, 라이브 데모가 가능한 개인정보 마스킹 시스템을 완성했습니다.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F71F1-C120-4E68-A6EB-1463D61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88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47122-2AD5-484B-833E-CFCA8FFC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rPr>
              <a:t>0.7294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A249E-672A-4DD0-8463-5F94AD99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A5C0B-EB30-4FBF-BAC5-70C3BA8C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rule-pack 확장 후 replay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B1F0B-FD5C-4FA4-B50B-F45D508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rPr>
              <a:t>0.0000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33894-526B-4355-BCEE-44B4953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481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 FPR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D567B-0891-47A0-BC67-1EC5A72E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577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고정 100개 샘플 기준</a:t>
            </a:r>
          </a:p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전체 FPR 0 아님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3D510-38CE-4C82-8E88-B403559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rPr>
              <a:t>0.9000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5FEEF-7284-4262-BBC0-BA809414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1F2D7-1235-4617-8744-A8EDCC76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577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우회형 10개 샘플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F8DCF-6B25-47D9-8E26-0D2C7C37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2026-05-29 | Google Colab + Drive artifacts + local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504904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B747E-783B-43E5-8261-4B1C4E4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5C8BD-7DCB-470D-A296-B1436C20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오늘의 주장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B475A-82C8-47EB-800A-3B70A13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평가 기준에 맞춘 핵심 메시지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3EF55-F1C3-45C9-B7F3-D7E00CF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이전 발표 내용은 줄이고, 최종 구현체와 검증 결과 중심으로 압축합니다.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03D9C-93E4-4181-803E-687EF8F7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F4A87-A724-45B1-B1BA-207B20A9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0FA2D-BDAC-4691-9D81-6ED9EF56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3774B-0309-4D24-B2B5-653D1B6D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AF0B2-938A-485E-BF20-FE0F9BE4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한국어 주소, 주민번호, 계좌, API key 등 국내형 PII를 별도 안전망으로 보강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F4E5B-6A8D-431B-92DF-9F72D97D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863FA-5CA4-4DB4-AB5D-91F051EB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보안 문제를 생성형 AI 사용 흐름과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16BF7-B3D5-4A0A-8D1F-96178483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6C775-F392-4F94-A7ED-68155D44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B7512-BB58-4C08-8012-5F8C9187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Completeness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F2B7E-7050-489D-8A4A-52A8548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77D93-C7CD-46C3-879D-8C962853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Colab에서 실제 OPF 추론, Regex 병합, Gradio 시연, 평가 파일 저장까지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3D9CA-9680-4AF6-8A5B-99351AC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F3CF4-6ACD-4FF5-B917-CBEB259B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hard-negative와 adversarial 평가로 과장 방지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780C0-8548-4138-AF48-DBE7CBF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55F7D-4F49-426F-8543-ACA95232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E8F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38E3A-F275-4E79-B22C-401DD83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AI-Collaboration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38B69-F88D-474C-A940-0CB0169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84B9C-2B6A-4F0F-8B37-FCEA243F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AI에게 실험 설계, 코드 수정, 오류 분석, PPT 작성까지 단계적으로 디렉팅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347F9-D631-44EC-A88D-4162AB47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A89B7-B933-426A-8233-6A65714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fine-tuning 실패와 성공 모두 근거로 남김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E5326-44DC-496D-8C48-169667A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5DFB6-93DA-433D-8A79-738204CD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2DA4C-0871-4339-BB8B-241EBC96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Professionalism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C4428-DF80-4627-9D00-16E36EA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8423D4-EB36-45C5-8529-1FD74E0F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실제 동작 시연, 숫자의 범위 설명, 한계 인정, 다음 개선 과제 제시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4C244-4C26-4D3B-BD68-E909D1F2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FCDBEB-E09B-40EF-9F79-9BD80C35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질의응답에서 방어 가능한 메시지로 구성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38CB1-7A28-4F50-9906-F0B69657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55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3BEC21-F730-4C25-A39E-DEF1CA53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005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줄 결론: 최종 배포 후보는 fine-tuned 단독 모델이 아니라, 실전 오탐을 줄인 Hybrid KPF입니다.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3DE43C-8953-4992-A67E-7C1D7D21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2/12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C10A3B-657C-4F75-B23F-2163B83D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20751373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595D6-5BDE-4E41-953C-B217E8BB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67C09-D836-45CE-A22B-9E570C6E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FE56C-C8C1-43A3-9C55-2377A34F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한국어 개인정보는 범용 필터만으로는 놓치거나 과하게 잡힙니다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367B6-B320-4A6A-BB5E-1D256DA0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주소, 계좌, 주민번호, 비밀번호, API key가 채팅과 로그에 섞이면 보안 사고로 바로 이어질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A6A25-76E4-4985-93DA-99D9DFDE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CCD97-1046-4657-BF1E-887B0E2A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입력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47563-7FD3-49E9-BF7B-1FB35BFE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주소는 경기도 화성시 동탄역로 150 102동 3804호야.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내 이름은 최호준이고, api 키는 sk-... 이야.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아이디는 chjspd고, 비밀번호는 chIghwns1011!@!이야.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A4F5E-F17A-4AA1-A04C-653FF36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05712-5A99-4C37-A952-4A97D933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94747"/>
                </a:solidFill>
                <a:latin typeface="Malgun Gothic"/>
                <a:ea typeface="Malgun Gothic"/>
                <a:cs typeface="Malgun Gothic"/>
              </a:rPr>
              <a:t>보안 관점의 위험: 사용자가 무심코 입력한 민감 정보가 LLM 요청, 로그, 화면 공유, 저장소에 남을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CB742-A824-4948-A5AF-B29E1DC5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334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43798-465E-4F95-BFE7-533FA75E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왜 한국형 보강이 필요한가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9D650-CCC4-41E4-9626-C657AD12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769C7-7E6F-4A57-BA6A-746A2BCD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24150"/>
            <a:ext cx="433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 주소는 행정구역, 도로명, 동/호수, 조사까지 붙어 경계가 복잡함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A8C1D-F19C-4119-BA85-71AC9870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80714-BEAB-48A8-802E-397F8685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433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전화번호와 계좌번호는 숫자 패턴이 비슷해 라벨 혼동이 잦음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A51E4-11E8-4F86-8A72-3B7E3C5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24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12BA7-A129-4E6A-B8FC-3ED09A4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57650"/>
            <a:ext cx="433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예시값, 상품코드, 모델명은 개인정보처럼 보이지만 masking하면 오탐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91845-E182-4FAC-A44E-9AD2EFD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3/12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DE114-B498-4A4F-B9A1-3645DA37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2921070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F59CE1-4802-4687-B723-C1C6958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FF4B7-3D2A-4398-A5DA-BFF25096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최종 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27356-E98B-48A7-BAD5-6BB95D9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OPF + Korean Privacy Rule Pack + 문맥 오탐 억제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B9BCD-13EF-4A6A-A24B-5371D50D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모델 하나에 모든 책임을 맡기지 않고, 규칙과 문맥 필터를 결합한 방어적 구조를 선택했습니다.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5437D-1DD6-4F3B-AD05-728B215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5B8B2-B820-407C-8564-ACA459AF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1.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424A6-67FA-489B-B00D-5C783640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채팅/로그/문서 텍스트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한국어와 코드형 secret 혼재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A23CC-094B-4FDA-86F4-0DEAE206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1E310-9949-485B-81A6-C0DEFB10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2. OPF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DF966-9135-4986-A82E-C2BB309F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openai/privacy-filter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범용 PII span 탐지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02BFB-6E2C-4E53-B7BB-FA977A1A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77545-2CBB-43C9-A944-D1A7165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90775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3. Rule 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4B437-FA31-4F52-BED2-87A80A85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고유식별정보, 주소, 인증,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금융, 네트워크 정보 보강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02387-EE9A-4440-BA4A-6E2BFB5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B616C-E042-43E8-B809-6224F20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90775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4. Context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EC869-7439-49E0-B98A-188AD8EB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예시, 모델명, 주문번호,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placeholder 문맥 오탐 제거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DFAB2-129B-4ACB-82D4-39D424B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669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74B8F-5802-4ACD-87AD-62E2535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90775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5. Merge &amp; Mask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E77B0-7D80-4792-A410-381136B3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overlap 병합 후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&lt;PRIVATE_...&gt; 치환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B0AB6-D7AE-46A6-AFA4-590C730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3238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C7464-AA5E-4482-B795-478DCEF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3238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A9734-1B27-48C1-BD0F-71891A4D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05100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E95F6-B445-424F-9570-915C4B1F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05100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39E49-F914-4774-8207-729F3493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9944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688C8-E715-4B4F-8B4C-016D870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핵심 구현 파일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1FB42-E236-4E0B-9DCE-D488B2B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scripts/pipeline.py: OPF 결과와 rule-pack 결과 병합</a:t>
            </a:r>
          </a:p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scripts/regex_safety_net.py: 한국형 패턴, 문맥 false-positive suppression</a:t>
            </a:r>
          </a:p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scripts/check_regex_rule_cases.py: rule-pack 회귀 테스트</a:t>
            </a:r>
          </a:p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scripts/evaluate_final_kpf_offline.py: 재현 가능한 최종 평가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953C0-28D1-4065-9AF0-AAECABC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4/12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94836-4D06-4966-BF0B-0D62EE63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3745395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3B4109-97A6-4D63-A0CD-6471DA93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71F74-DE8D-43D7-B5B2-F56FCDA0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핵심 알고리즘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F57AB-C42E-4160-8D1D-256E8BDE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Privacy Rule Pack은 모델의 실패 영역을 맡는 안전망입니다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BE5B6-403D-4FE6-A6C5-513394E6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공식 개인정보 범주를 기준으로 탐지 범위를 넓히고, hard-negative 문맥은 의도적으로 억제했습니다.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4C60C-A3E6-4C8A-B8C1-B15D0F82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84404-3848-4581-B1BE-5510235E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CE1CD-6084-4E60-B8E3-2DB575C8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탐지 보강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64B9E-95FD-4D37-869F-49AF4DA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37583-DBCF-4A19-92BF-E46F9BEA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765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고유식별정보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DD061-10A1-4093-954A-BE3AD062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D6D13-9D56-4406-9F87-D8279D19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766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주소·전화·이메일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CA562-20CA-4728-B9E2-A4C919A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43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E96DA-A677-4DCC-B783-8B03F397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766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계좌·카드·CVC·OTP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ED9FC-104E-4AAC-BC61-D6544B64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17760-F535-4445-BACD-5A63CA54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767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학번·사번·회원번호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FBFFF-95FD-4A72-B3AE-C279425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9C1FD-E82B-4000-B200-797DF18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767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IP·MAC·GPS·URL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B519E-BB4F-4494-A634-941A956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B0715-0B9F-4904-96D6-CD43C5FF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89134-2D7B-4E88-9128-A2BBDD87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문맥 억제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BD7DA-C103-42EF-B42E-8D65E6D8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4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BD913-A25E-477C-B77F-5809BBE5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example/not-real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FD77F-4EA1-4F6A-9FD3-ED51D68E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96B5-8C71-4B88-B695-6429F1E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상품코드·모델명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92000-B3BD-40F5-98C8-0829B31C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43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11589-9C9F-42ED-980D-99E7F62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주문번호·문서 버전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1174E-9324-4E77-954B-07296E6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B5035-C340-4EA6-A817-31BDE4A9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767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placeholder·mock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606D1-474E-4C5E-8246-B11EDB22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47FA4B-278D-48D1-8605-841626EC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767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2384BC-0366-45FF-A973-5507A76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0BAE31-F052-4424-B2F4-88CB762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817AA5-C8E0-4ECD-B2D7-37B4C6EB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검증 정책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47327A-9620-482E-AEAE-FD81447F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4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1D97D5-16A2-416F-890C-A09F52DF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765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regex span 우선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CAF063-D5B5-406A-B47A-81880E7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DE580A-15E0-4B59-9992-8F16ED9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766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overlap 중복 제거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66C1E5-062A-4E87-8C78-9DF5EDDB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43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715DEF-3480-43F3-9025-6047F463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766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 replay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D8D64D-D62E-47E1-918A-73E456B2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7400A4-196D-44F5-AE72-CFD1FA7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767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gate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AD9B4F-20E3-41EE-8A2E-408CD89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C38F4A-196E-41EC-B77B-EA0A86C8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767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replay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333CF0-8914-47A2-9255-D8D2EC0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998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728BAF-1BD5-498B-9772-258D8B8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43575"/>
            <a:ext cx="941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 원칙: 민감한 정보는 넓게 잡되, 문서 버전·모델명·example-not-real처럼 실제 개인정보가 아닌 값은 의도적으로 제외한다.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A4F15F-85BD-439C-85F2-9B21F06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5/12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F80781-04AD-4251-A5E1-4B3CD3C5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9227313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8649F8-927C-4A15-BF73-38961ABE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68C68-4A92-4292-8EFD-4D34D096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구현체와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C1DC-3BA5-4B6A-847D-2F1B02A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코드는 Colab에서 실제 실행되고, 결과는 Drive와 repo에 남습니다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BB6CB-8F6F-46DB-A719-1B806DB5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라이브 데모와 평가 재현성을 분리해 발표 중 실패 리스크를 줄였습니다.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7D500-E01B-4692-961F-FE7EB34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DC941-A4E8-4635-A8B4-22C9081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F11A6-C737-4A1D-A2E9-D399967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Runtime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DA8B6-11FF-4CDB-848F-6884CD4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400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1. Google Colab 접속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2. Drive mount: /content/drive/MyDrive/k-privacy-filter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3. python scripts/demo.py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4. Gradio public URL 생성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5. 시연 입력 → 마스킹 결과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AAED6-B841-497D-B9B2-9FECD38F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7A852-1D72-44C1-9B0C-E6A3912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share 링크는 만료되므로 PPT에는 고정 URL을 넣지 않고, 현장에서 새 링크를 생성합니다.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56876-67B7-4F5E-B169-D76286EA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0BA41-F230-4EAE-9436-80C9C4D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29B60-F4E5-424E-BF22-0B584249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Artifact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242C8-51DD-40FE-80DE-02D0600D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results/final_kpf_experiments/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final_kpf_offline_report.md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final_kpf_offline_scores.json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results/korean_pii_finetune/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distilbert_mbert_20k_.../final/model.safetensors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eval_20260529/finetuned_eval_report.md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results/final_presentation/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최종 PPT, 대본, 시연 가이드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D3C4B-20DF-4575-8AE0-05832EFA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6/12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2F259-2A93-4774-BDF5-E6773DF0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909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C0C40-7D82-4118-9776-899BA43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249DF-9AE3-48D0-BC51-8212E19B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평가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27788-A4F2-4BDF-B344-80F8499F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최종 KPF는 단순 F1보다 오탐 통제까지 함께 개선했습니다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26CF3-46D6-46C0-A308-54C2409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숫자는 모두 재현 가능한 offline replay 기준이며, hard-negative 0은 고정 샘플 100개에서만 의미합니다.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B6D9B-52FA-4180-8F21-05BDE66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7A9C0-83D3-499A-BC7A-1D5A2D78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System /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99F98-B7C7-46F2-8B75-17F8EBC4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86F8B-1254-42C9-B529-9E172C0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FF9F-818B-45E3-8C6B-A7850D9C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03A39-C14F-4F6A-A4E2-9704ECBE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9395A-7E9F-43ED-9310-AF9E34D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AFC29-42CC-42AE-BC3D-74D44880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3143F-A6F0-4C6B-834F-3021B6BA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F8693-B83C-41D5-9EA2-E4CDFADA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Covered 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1EA8A-07DD-40F0-9A67-9A7489D8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7581F-D868-474F-9ACE-DE0CDC2A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False Positive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0EEAC-29C5-434E-9ECB-F3B5C14A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96AF0-6A45-4D43-AD09-B3E3AA86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Baseline OPF / Eval300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DD599-B040-4463-96EB-FBD81C03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FEBF9-710F-45DE-8E7F-40315757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0.6716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4B286-59A6-40D9-B26B-7BC09FFF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C7EB5-3855-4B20-B354-AB74AF91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0.5332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1071E-1629-47B3-9B36-C5AC48E2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C076E-7D40-4E34-A4A3-8D8384C8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0.5945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CD9ED-CED7-4859-999A-1C875D61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E0895-C500-43F2-9E46-153B3642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1195D-0B2E-4922-864C-87A9425D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C6A9E-A564-423C-A7E8-F771245D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0.3284 FPR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A5FF3-5507-4461-BB20-D2E5F32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FC6F6-ADE1-4A43-8C81-B4AE9B8F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Existing hybrid / Eval300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C356F6-E747-4D1D-ABAD-558BA6FE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0282AB-4F17-4B0A-9DEC-3B06FF9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0.7471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76558-F94B-414A-BF7B-A1FA363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BB1C59-9AC0-4521-A0EF-BDEEF4F8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0.6090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D67709-F2F9-4037-81F9-FA6DE55A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4F46FA-5171-4D8E-B2E3-C59BA4E5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0.6710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DED5FB-679B-478A-9123-9E53C970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91C3A5-291C-4E83-AA9E-28EEC0A6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0.7796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F95E39-4F6C-478C-903B-B7B24B2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787B14-5A7A-408D-B95F-62F96519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87 FP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20BB80-756B-482E-B49E-624B5B2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C31201-C0F8-43F5-8791-18C94BA5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Final KPF / Eval300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52B8C0-461B-4D8A-B2FD-CD9686FB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B29ADA-B3B1-419A-B275-B332EFF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0.7994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70BD90-F2C2-49F9-B042-72EEF2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9DEC04-5D8A-42C1-92D9-E41745B5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0.6706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34FD4F-DBE3-470E-91DD-3BBCFFB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36CF1D-A2E4-442F-B7E7-C4CC05A8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0.7294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92CE1E-AE8A-4F1E-A9CF-531C26F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939EDB-8A70-4FC6-A64D-78A15C8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0.8009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453CA0-9242-4359-A36E-DB37FFC1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3DF68B-211C-40CF-BD08-87AD0393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71 FP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DF0199-F4CA-4A98-B6F3-4E4B259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E0EE9F-6E69-4601-9D43-000C5253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rPr>
              <a:t>+0.1349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F8D7BE-CB78-4F98-8EF3-54577D7D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 F1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FA8408-5AB3-48B7-BC97-885A7952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720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baseline OPF 대비</a:t>
            </a:r>
          </a:p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0.5945 -&gt; 0.7294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E66C32-DAB0-44A5-B092-4163A79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6AE02F-60AD-4151-95A6-92C523B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533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rPr>
              <a:t>0 / 100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4E7C90-7B38-43F2-BD08-BB2C4128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9625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100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F27C6B-77A5-49A9-8203-86CCFA8D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1720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final KPF가 flag한 샘플 수</a:t>
            </a:r>
          </a:p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전체 FPR 0 주장 아님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1DAFCB-4FAF-468F-84A3-6D923BE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AAFFBA-CD6E-4198-B29A-B45BBB6F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33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rPr>
              <a:t>0.9000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1DD2FD-70FF-4471-ABA9-9D443FE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625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7BAEAC-8392-4AAD-99E5-6DC4263F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우회형 입력 exact F1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ABEB44-F788-437D-827E-B8EAA733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ACB88B-4450-4664-A974-A01DFE61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24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발표 방어 문장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E25577-6C3A-413A-B470-F3CCBEE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95975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FPR 0은 정해진 100개 샘플에서의 결과입니다. 모델명·문서 버전·example-not-real은 개인정보가 아니므로 의도적으로 마스킹하지 않습니다.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CDD610-049D-400A-A194-91A670E0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7/12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6CB0DE-1B5E-4342-8384-6F9D4F24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9657833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DE02C-4613-4889-9655-BA935F16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5E3BE-3E25-4D8A-976F-E6BAC71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Fine-tuning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8D48C-F75D-458B-AD84-C397634E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학습은 정상 저장했지만, 최종 배포 후보로 쓰지는 않았습니다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875CA-C39A-4223-BE54-F2AF4D11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성공한 실험도 결과가 나쁘면 버리는 것이 보안 프로젝트에서는 더 전문적인 판단입니다.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2DC97-12CB-4071-946C-F642180A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572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E29E9-B858-4119-B5E2-3F6631DF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E8F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15FC9-F29D-4FE6-96FC-EFE42468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완료한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6008D-7C72-42B3-8125-38B170F0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67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90D2D-73E3-467E-B2EF-6BFC5F6D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035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개인정보 synthetic dataset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F8B6F-F616-4519-A6DF-745B354E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D652C-1586-4D3D-ADCD-C849D4A7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7660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train 50,000 / val 5,000 / test 5,000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62F79-49FE-42E8-AA64-5A978257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2A048-E7A4-4CED-8E50-C1DF1E71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5285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DistilBERT multilingual token classifier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76FC6-CDFE-4334-8C45-4E63091E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71955-8A4C-404C-BD72-D757A78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2910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Drive에 final/model.safetensors 저장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0A09F-6BAC-4AA2-9EF5-7E86B30C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체크포인트: results/korean_pii_finetune/distilbert_mbert_20k_20260529_success/final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42FEE-A816-4E37-A27C-F7C9ADB9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145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A80CD-16EF-4F9F-A76F-6A44DCB4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0275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Fine-tuned standalone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39F5A-BC51-4128-A9EC-1F710703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145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906E2-68E8-4261-872F-FB93C62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002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F58AB-8A5C-47C5-94D7-A1C5539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07A9B-2EBA-4B71-94F1-D1F7577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002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Empty-row FPR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26246-481A-4579-9CB6-06FB5A1D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145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3030E-AC63-4C6F-858D-3419225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2002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판단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AF533-3030-4C93-B085-6322ECE9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4317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BAAAD-B83C-4E30-B71A-56FFEA0E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28900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Synthetic test 5000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A8A9E0-646A-4DE7-A331-30B7E30F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431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18803-7C2A-46EE-8AC9-0DF4A25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2890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0.9912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BCAEB-0FCC-4D17-B379-397E8AEB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431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A73C0-AD7D-4CE8-9697-055EA2CB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2890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C10F62-D378-484B-AB34-6CB9A2D0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431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0314B5-4B8D-49D2-A47A-2816859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62890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과적합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E377A-F5B7-4E7C-B917-915914A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718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580E00-4324-4F9C-8057-00601A42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57525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42186F-A601-4A6B-8743-1EFC3EE2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718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C2026-266B-4FD9-B37E-71C2BB19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5752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0.6052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54011-C6B9-4A42-81B0-708807AF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718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65B708-88BF-4FE7-8531-226F1EB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5752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9B2BB5-1EB7-4589-AE05-FBA1514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718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7CB5CF-0F44-4831-8D81-A15C618C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05752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최종 KPF보다 낮음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4F40A6-1D3A-4B21-BC66-6127CE7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042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B1D7A8-925F-4B1E-8DF0-B8584FC0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86150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F74E95-ECCA-43F3-B9F0-3DCF69AC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004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7C2929-D6EB-4DC5-9079-64E296CF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8615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32DE92-40DE-43CA-8160-475EC6E4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004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7054E1-55CC-4C4C-9BE9-5661565A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8615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0.5700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E777DA-AB7E-4026-9395-47E86B69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004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A6519B-FBA1-41B1-BCF0-1AB275D5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48615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오탐 위험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3B776B-DE0B-4838-8900-366B0EB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290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E5B814-C944-46EB-9F0A-8773A83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14775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60B3A8-E01D-48ED-963F-F9F5B245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290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0E9812-C781-4845-B2C0-3F0E5847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147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0.2000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CAC3B2-E48D-40E0-B3EE-B2472392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290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4DF448-C91F-4A14-8C93-63483324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9147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B4A916-E857-42AE-8476-88EEFDF4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290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8033FC-2BEC-4081-8C4E-F46D98D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9147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우회 취약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9670A1-4049-4285-82B5-386E95D9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F7E8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E94EF0-4532-4E6E-8FEB-A9021789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9474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94747"/>
                </a:solidFill>
                <a:latin typeface="Aptos Display"/>
                <a:ea typeface="Aptos Display"/>
                <a:cs typeface="Aptos Display"/>
              </a:rPr>
              <a:t>보류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A4F2FA-5F37-438D-AC33-13F6A34D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Deploy decision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DD5A3F-E0E8-42FD-AF00-04445500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53075"/>
            <a:ext cx="138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단독 모델은 시연 기준 미달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6DDE5C-1BFB-4729-89B2-377FF17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최종 발표 메시지: fine-tuning은 연구 트랙으로 보관하고, 실제 데모는 hybrid KPF로 진행합니다.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C2232A-1F14-4D08-A5F8-B8099C09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8/12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C21F7E-AE0F-4FED-8850-45A55A74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6370867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9081F-90EE-4A61-9E2A-9803133C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DAF8F-792D-424E-8020-353B622E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1EAF2-D5CC-4D2F-8825-B371C3DA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Colab에서 실제 필터를 실행하고 Gradio로 보여줍니다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47363-EF1E-4387-88AD-7669C377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시연은 fine-tuned 단독 모델이 아니라, 최종 hybrid KPF 경로로 진행합니다.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C8D0A-7A31-472A-8263-24D3D4C7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714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162F9-79EF-44C2-92CF-EBB14867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49AB6-928E-4C4B-9086-F9AF1344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실행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5654D-2165-4686-8C3F-2F399A0A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0CFC3-CC2B-4B54-AB0B-BC7AEB1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194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노트북 접속 후 Drive mount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8F703-A201-4ADD-8F6B-2289F763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0BF3B-94F3-466D-9638-780F545A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14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프로젝트 폴더로 이동: /content/drive/MyDrive/k-privacy-filter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BFB9B-85D8-4352-8A58-2EDD2CF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5A73A-419F-4960-97CA-5250BC59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052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python scripts/demo.py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F03EE-E086-47CE-B216-EA8EB674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73B33-554C-4746-A18D-691CF741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Gradio public URL을 열고 입력/결과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19540-F919-4CBD-B10D-4BFDA1A0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EA732-9D80-488B-B16A-32A27A2B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958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네트워크 오류 시 녹화 영상 또는 캡처 결과로 대체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D22D4-B5B3-4E80-9160-73FE9EC3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6572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9F6BA-9A13-4595-98B0-4171C008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2264C-C01B-43DF-81B7-2E4E832B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241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시연 입력 4개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CFA6F-2A1C-46F4-93C0-7AEE29C6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1) 계정 + 학번 + 지번 주소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CC22D-44AF-4427-A9F4-EC487DA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내 아이디는 chjspd이고, 비밀번호는 32215116이고, 내 학번은 32215116이고, 내 집 주소는 경기도 용인시 수지구 1336-2야.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F7D3D-4820-4E78-A02D-F7A6522B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rPr>
              <a:t>기대: 아이디, 비밀번호, 학번, 지번 주소가 마스킹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2626C-6B5D-4509-9EED-211176D5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2) 인증·네트워크 정보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84803-DD0F-4B89-B8FD-BD5922F2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OTP는 123456이고, 접속 IP는 192.168.0.15, MAC주소는 AA:BB:CC:DD:EE:FF입니다.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C00F0-2998-4B1E-8D1B-70D194D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86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rPr>
              <a:t>기대: OTP, IP, MAC이 각각 마스킹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7F83C3-0ECC-4F0D-B6AE-63164217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86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3) Hard-negative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37F37-AAFE-4272-AFD0-1BC8BEF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149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모델명은 900101-1234567-A입니다. 문서 버전은 sk-proj-example-not-real로 표시했습니다.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8BDE9-69FB-41CE-B280-3D36E88C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197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rPr>
              <a:t>기대: 실제 개인정보가 아닌 반례는 의도적으로 마스킹하지 않음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016E72-CE95-4F4E-945A-67F95541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565D73-DA3F-41DE-A318-7F3C76A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00750"/>
            <a:ext cx="982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멘트: '이 화면은 정답을 외워서 맞히는 것이 아니라, 입력 문맥과 한국형 패턴을 동시에 확인하는 최종 KPF 경로입니다.'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28277-FAA2-4A40-B268-ED0B45F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9/12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E0F03-6270-452C-99B4-340D4313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5774421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408160-E434-4E35-8C26-793CF116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F3CB6-48F6-4B91-993B-226E9836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AI 및 Git 협업 성과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DE145-D32E-4F83-8BA4-F5367CD6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AI를 코드 생성기가 아니라 실험 매니저처럼 디렉팅했습니다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12BBF-C8D9-43F4-ADC0-ABAA048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실패한 실험까지 Git과 결과 파일로 남겨, 발표자가 개발 과정을 설명할 수 있게 만들었습니다.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5E6BA-F7A8-479A-9861-16B2B910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9ECE9-5C7C-42D9-9BB5-B088CA41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7C7A9-7957-4EAF-A623-0D845D6B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 디렉팅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0AF84-5A2C-4FAD-BE59-5E75E5DC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FE8C8-217B-4412-A391-3A47C3CD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813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문제 재정의: 한국어 개인정보와 보안 오탐 문제로 범위 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72F1D-8F0F-4DDC-98D3-B20EF7AD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4803C-CE34-4FB7-A0AA-7D168412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528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실험: 데이터 생성, 학습, 평가, 오류 분석을 반복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EA123-FB1C-4C2A-AD84-AC6EF6F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65D17-B69F-4C03-A095-CE5C357B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243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디버깅: hard-negative FPR 0의 의미를 재검증하고 과장 제거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CD1EC-FE86-42A8-A465-B750E39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C364B-21D5-4E82-9572-AF526033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958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발표화: 평가 기준에 맞춰 메시지, 시연, 대본을 재구성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06D67-F24E-47FD-8D99-9535B5C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3360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E531D-D159-44B3-B692-D9F80053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19325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50DDA-988C-4FD9-B0F2-655BF3C0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2B94E-03F1-415F-AD2D-A31A7B3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19325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0336A-630B-4F5E-865E-3765A63E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336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472B5-6DB6-4934-9F6C-71DA3871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1932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Count /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41EE0-3610-4D83-834A-9ACAF3F7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4317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F2357-1895-4BFD-B3A5-5AA32B67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Git commits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E05D8-F1DB-4AD4-90C6-708E0D6C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43175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FC321-4FAA-4AC9-BFD0-9388E4DA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과정이 추적 가능함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84269-368A-49EE-A3DC-A22F321F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431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C994F-C712-43CD-90A5-5DDCE0AB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2890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9 commits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5758F-BFD2-463D-85AF-366FFC10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5275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A44C2-A1D6-4842-88F7-5BC3E56B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38475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Synthetic dataset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0FA3B-F999-4E77-91CE-30F94A9A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9E3C7-8281-4723-9D85-F76A0B02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한국형 PII 학습 기반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320BEA-F947-4D3C-A812-A02C3E48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527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63935C-59E5-4D64-812A-DC03266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3847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50k / 5k / 5k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11CE7A-2963-4E1C-82DB-9FF410B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6232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758470-B3E1-401A-8D15-E684D9D3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 sets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41C559-203C-4EBB-8F04-FBE13EE9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62325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E98DD1-EDBB-4C67-A5E7-68D99269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48050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정답 외 일반화 확인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3D3518-8807-4851-A7AE-D0D9030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623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659E4B-6FA4-4BA7-B1A3-AA7E4184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4805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300 / 100 /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976470-A529-45E3-9DCD-7F20E7B9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190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55826F-FA2D-4BB7-BCC3-1623642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57625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Fine-tune 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E6EF7D-A4F5-4305-8FD9-8D8270EA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6B3024-3041-485A-9C9B-A8823067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학습 저장 성공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10A91F-08D3-4E58-B637-54CE34C2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719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93A4D3-67F9-4DF6-BE0F-EE7DC2F9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5762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model.safetensors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9BF203-CD02-4B45-82B5-90BFE229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8147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F2CFB6-AE0F-4AB4-BC9E-32A84E46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Final reports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DE6B62-BBC3-48C9-A8C5-FA6BF58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81475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136857-C1AB-42DF-84DD-4F56455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재현 가능한 결과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BB779C-84D1-4586-8665-8F7449FA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814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2C8D44-3183-4211-B1F0-3F95FDFD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6720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results/*.md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E9FC0C-6B97-4CF9-B657-83E6242F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43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32E8A9-20AD-4AD2-B8B7-9BC6506D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674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질의응답 포인트: AI가 한 번에 답을 준 것이 아니라, 내가 평가 기준과 실패 사례를 계속 던져서 더 안전한 최종 구현으로 수렴시켰다고 설명합니다.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9910A6-CDFB-4D04-BA4C-E1BD9A55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10/12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B0271D-3A4B-42A0-9765-5C0266D2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8271451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62C5E1-6DF8-4FE8-AA71-451A55DF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8799F-70BE-4D91-BAAF-1751D282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한계점 및 향후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0AC74-6883-47E7-B4DD-4EF8C77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보안 시스템은 '잘 맞춘 예시'보다 실패 조건을 공개하는 쪽이 더 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4DC75-E132-4C6E-B19D-8B54423E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이번 프로젝트의 핵심 인사이트는 precision, recall, 오탐 억제를 함께 관리해야 한다는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3466-F30B-483A-8A20-C66EC73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74615-8EBA-435B-A1C4-8BDB69BD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F7E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009C7-D0F2-4BD1-9AEB-775BDF31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현재 한계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E5BF7-4BD0-4D7C-B295-DBF5339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D9858-8418-49B6-8183-8490D8DD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384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synthetic 데이터와 실제 사용자 데이터 사이의 분포 차이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3C6FB-0A7C-4897-901D-D1A0C939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9F7DA-1923-4E94-9D58-1B79827F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052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규칙형 탐지는 새로운 표현이 나오면 계속 확장 필요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A64D5-0C5C-43A0-B1B0-62826419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C16AD-596C-4DE6-8CF2-DA60F766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719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0은 고정 100개 샘플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7E88B-0F90-4FC6-A2E7-9255ADB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B65F0-705F-4F5C-8045-4F168BC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38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Colab/Gradio 환경은 네트워크와 런타임 상태에 영향을 받음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F9106-4079-440D-BD87-79CBDFA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383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762AE-3556-4018-A0D0-06285B06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669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9A4F9-7D95-4E5E-92F5-B745D50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241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66F3B-AA90-4B3B-BCF4-80B51D3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7D89C-023E-447F-A930-CAFE2CE2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384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공식 범주 기반 rule-pack을 지속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96809-EBCD-46E0-915D-7E509F25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71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EE781-6FBE-4A1F-80F4-42C97C78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052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hard-negative를 평가 게이트로 고정해 regression 방지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42221-8503-461A-B7AB-E83DF088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38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2E12E-D20D-421F-9779-ED9A759A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719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regex 이후 LLM/분류기 기반 context verifier 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1E708-7C06-4452-B182-52EFCBA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05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22EAD-B406-4A1F-80DD-917027D9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38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CI에서 Eval300, hard-negative, adversarial replay 자동화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650BA5-A788-4604-A0F9-FD6D450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BAA64-64AA-4558-A1DA-78906D0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E8F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CF198-A611-4F34-945C-EA5D5046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보안 인사이트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E1725-27E1-4012-B52B-2D11A5E7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E7E9C-0842-41B5-BEBC-D0453F35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개인정보 필터는 과소탐과 과대탐이 모두 위험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540A0-C112-4ECF-989C-7CBF2C21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71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4AF9C1-1A40-4A41-AAF8-3C2F5DFB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052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모델 성능표 하나보다 실패 사례 분석이 더 중요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4866E-75B8-4602-AFE9-B01D98D4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38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1792E1-78A1-4CA0-A645-51E51672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719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PII는 고유식별정보뿐 아니라 계정·인증·네트워크 정보까지 봐야 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C53F00-F9F3-4BA2-804F-937D5B9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05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605ACD-9633-4B90-A686-6F18C20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38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최종 산출물은 '완벽한 모델'이 아니라 검증 가능한 방어 체계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DADBC9-D574-4999-9498-0DA18581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62650"/>
            <a:ext cx="1032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442E5-0955-4C04-829A-067C17DB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48375"/>
            <a:ext cx="975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마무리 문장: 이번 결과는 '한국형 개인정보 필터를 실전 평가 기준으로 다듬는 방법'을 보여준 프로젝트입니다.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B1EBB8-99AB-41B9-80AB-E1C17E06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11/12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C59268-020D-40E0-AE3D-D5A75CAB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3501653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9B703B-7E45-41EB-AA84-224EB7C7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C0550-58D0-4CC8-BDD0-0F756CF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K-Privacy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E050B-220A-45FD-ACE3-0E8D1F6C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개인정보를 더 안전하게 마스킹하기 위한 hybrid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3D5BC-66C7-4C36-AFD3-584377E9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결론: 최종 구현체는 OPF의 범용 탐지력, 한국형 Privacy Rule Pack, 문맥 오탐 억제를 결합한 데모 가능한 시스템입니다. Fine-tuning은 저장까지 성공했지만, 현재는 연구 트랙으로 분리했습니다.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12047-9B43-459E-8114-668CDB78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1478-1CB0-44C5-9C1D-C5936D06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rPr>
              <a:t>0.7294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D7D6-3DD1-48F5-87D6-916B5146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862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38195-6D0F-4C24-B963-CB472419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rule-pack 확장 후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E1EFD-E324-49A2-8054-D85F9BE2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BD9CA-23D6-4891-86C0-2CB3498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rPr>
              <a:t>0 FP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9AD2F-0413-49D7-B1F4-663AC6F8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086F7-0860-4C2C-AF82-10A10476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샘플 기준 오탐 제거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31D68-33E4-4755-A0FE-DF4B1BAE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AC50F-0B5E-49EA-AF86-80CBC820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rPr>
              <a:t>0.9000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5E8FD-BFAF-400B-B2D8-1667C105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862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561AC-D2E6-487C-BD2F-0FB592BA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우회형 입력 10개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991F2-184D-411C-99CF-17B73DEC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CF08B-FBEE-4D27-99AA-66A125EB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C68E4-95A4-4277-AE54-EF11C79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예상 질문 답변 방향: hard-negative 0은 샘플 기준, 모델명·문서 버전은 의도적 제외, 최종 시연은 hybrid KPF입니다.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BA1CF-1FB5-4F20-A988-F23D53D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12/12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6DB4F-5527-401D-B0B9-F70559B1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2063922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2026-05-28T23:41:17.1580000Z</dcterms:created>
  <dcterms:modified xsi:type="dcterms:W3CDTF">2026-05-28T23:41:17.1580000Z</dcterms:modified>
</coreProperties>
</file>